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29"/>
    <p:sldId id="279" r:id="rId30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9fcb7ab-b8d3-2139-8d7f-2b3b87cb43c0}">
          <p14:sldIdLst>
            <p14:sldId id="256"/>
            <p14:sldId id="257"/>
            <p14:sldId id="258"/>
            <p14:sldId id="259"/>
          </p14:sldIdLst>
        </p14:section>
        <p14:section name="무엇이 문제였나" id="{301370d0-1724-c422-c639-327ac5ad53e6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왜 Code인가" id="{65aeb9f8-ea15-dc36-b80c-c4ab530416e2}">
          <p14:sldIdLst>
            <p14:sldId id="267"/>
            <p14:sldId id="268"/>
            <p14:sldId id="269"/>
            <p14:sldId id="270"/>
          </p14:sldIdLst>
        </p14:section>
        <p14:section name="옮기는 방법" id="{c982a787-6b68-ab7a-be0f-287b934a38e6}">
          <p14:sldIdLst>
            <p14:sldId id="271"/>
            <p14:sldId id="272"/>
            <p14:sldId id="273"/>
            <p14:sldId id="274"/>
          </p14:sldIdLst>
        </p14:section>
        <p14:section name="정리" id="{6f95e46d-853c-9fc5-41e8-54348d89c53d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.xml"/><Relationship Id="rId3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기능 소개가 아니라, 제가 실제로 예약작업 23개를 돌리다가 10월 초 클라우드 전환 뒤 겪은 문제와 해결 과정을 그대로 보여드립니다. 메뉴 이름이나 동작은 앱 버전에 따라 바뀔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결론부터 말씀드립니다. 이 세 줄이 오늘 강의의 전부이고, 나머지는 이 세 줄의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「어디서 도느냐」입니다. 같은 설명문이라도 실행되는 컴퓨터가 바뀌면 손에 쥔 도구가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 예약작업 23개를 전부 점검했더니 23개 모두 예전 환경을 전제로 쓰여 있었습니다. 여러분 작업도 그럴 가능성이 높습니다.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먼저, 가장 크게 터진 문제입니다. 엑셀을 열어서 표를 만들고 슬라이서를 다는 작업은 클라우드에서 전부 실패했습니다.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가장 무서웠습니다. 화면에는 성공이라고 나오는데 실제 결과는 없었습니다. 그래서 판정 기준을 파일로 바꿨습니다.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클라우드라고 PC가 필요 없는 게 아닙니다. PC 도구를 쓰는 작업은 결국 PC가 켜져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설명문 안에 특정 도구 이름이 박혀 있으면 문제가 됩니다. 클라우드에서는 그 도구가 없거나 이름이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자동화의 목적은 사람 손을 줄이는 건데, 오히려 사람이 매번 저장 버튼을 눌러야 하는 상황이 생겼습니다.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사소해 보이지만 매일 쓰면 가장 피곤한 문제입니다. 결과는 카톡으로 받고, 언어는 설명문 맨 앞에 고정했습니다.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탭의 로컬 루틴은 내 PC에서 실행됩니다. 클라우드에서 막혔던 엑셀 작업이 Code에서는 전부 통과했습니다.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Code가 모든 면에서 낫지는 않습니다. 결과 찾기와 사용량은 같고, PC를 켜 두어야 합니다. 차이는 엑셀과 브라우저, 그리고 설명문 고치기입니다.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기준은 단순합니다. 엑셀, 로그인 브라우저, PC 프로그램, 긴 작업이면 PC로. 읽고 보고만 하면 클라우드에 둬도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건 4번과 5번입니다. 손으로 한 번 돌려 결과 파일을 확인하고, 새 루틴을 건 다음에 클라우드 쪽을 끕니다. 둘 다 켜 두면 같은 작업이 두 번 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예약 세션을 일일이 찾아 들어가지 않아도 되게 만드는 게 목표입니다. 카톡 두 종류와 언어 고정, 이 세 가지면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주말에 PC가 꺼져 있던 날은 클라우드든 PC든 아무 작업도 결과를 남기지 못했습니다. 옮긴다고 해결되지 않는 부분도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자동화는 한 번 잘못 설정되면 매일 같은 실수를 반복합니다. 이 네 가지는 꼭 지키세요.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집에 가서 바로 해 보실 수 있는 순서입니다. 한 번에 다 옮기지 말고, 하나만 옮겨서 일주일 지켜보세요.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마무리입니다.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[대사] 시작 전에 폴더부터 확인하겠습니다. C 드라이브 바로 아래 AI 폴더 하나면 오늘은 충분합니다. MCP 실습을 하실 분은 그 안에 mcp 폴더를, 스킬 실습은 스킬 폴더를 만듭니다. 그 안쪽 폴더는 실습할 때 Claude 가 만들어 주니 미리 만들지 않아도 됩니다.</a:t>
            </a:r>
          </a:p>
          <a:p>
            <a:r>
              <a:t>[왜 같은 경로인가] 수강생 전원이 같은 경로를 써야 설정 파일을 그대로 복사해 쓸 수 있습니다. 다른 곳에 두면 경로를 일일이 고쳐야 하고 거기서 대부분 막힙니다.</a:t>
            </a:r>
          </a:p>
          <a:p>
            <a:r>
              <a:t>[근거 — claude-guide-kr, 2026-10-17 확인] 03 사전준비 「폴더 하나를 먼저 만드세요」(C:\AI) · 05 MCP와 API kis 절 (C:\AI\mcp\kis-mcp-server) · 06 스킬 「폴더를 하나 연결합니다 (예: C:\AI\스킬)」.</a:t>
            </a:r>
          </a:p>
          <a:p>
            <a:r>
              <a:t>[예상 질문] Q. OneDrive 바탕화면에 만들어도 되나요? → 안 됩니다. 경로가 길어지고 사람마다 달라져 설정 파일을 그대로 못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[대사] 제가 실제로 연결해 둔 커넥터입니다. 아홉 개인데 쓰임새로 묶으면 넷입니다. 해외 주식은 Alpha Vantage, FMP, Bigdata.com 세 개를 같이 씁니다. 숫자가 서로 다르면 둘 다 적고 차이를 봅니다. 한국 쪽은 PlayMCP 하나만 붙이면 그 안에 카카오톡 나에게 보내기, 카카오맵, 한국 주식, DART, 실거래가, 전세안심, 법률 도구가 같이 들어옵니다. 오늘 카톡 보고 블록이 이걸 씁니다. 나머지는 메일·일정·문서용 구글 세 개와 노션, 그리고 디자인용 Figma 입니다.</a:t>
            </a:r>
          </a:p>
          <a:p>
            <a:r>
              <a:t>[강조] 커넥터는 계정에 붙는 것이고, 엑셀이나 DuckDB처럼 내 PC에 설치한 MCP는 따로입니다. 화면 목록도 따로 보입니다.</a:t>
            </a:r>
          </a:p>
          <a:p>
            <a:r>
              <a:t>[예상 질문] 다 연결해야 하나요? → 아닙니다. 내 업무에 쓰는 것 하나부터. 카톡 보고를 받고 싶으면 PlayMCP 하나면 됩니다.</a:t>
            </a:r>
          </a:p>
          <a:p>
            <a:r>
              <a:t>[주의] 연결된 목록은 버전·계정에 따라 다를 수 있습니다(2026-10-17 기준).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3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B3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3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Cowork 예약작업을 Code로 옮긴 이야기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23개 예약작업을 운영하며 겪은 문제와, PC에서 도는 Code 루틴으로 옮긴 이유·방법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10월 실제 운영 사례 · Claude 데스크탑 앱 기준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수업 전에 만들어 둘 폴더 — C:\AI 하나에서 시작합니다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000"/>
            <a:ext cx="10546080" cy="720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2960" y="1750000"/>
            <a:ext cx="2600000" cy="42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chemeClr val="bg1"/>
                </a:solidFill>
                <a:latin typeface="Consolas"/>
              </a:rPr>
              <a:t>C:\AI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2960" y="1680000"/>
            <a:ext cx="46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chemeClr val="tx1"/>
                </a:solidFill>
                <a:latin typeface="맑은 고딕"/>
              </a:rPr>
              <a:t>모두 · 수업 전에 꼭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맑은 고딕"/>
              </a:rPr>
              <a:t>앞으로 쓰는 것을 전부 여기 모읍니다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9040" y="1600000"/>
            <a:ext cx="142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chemeClr val="accent1"/>
                </a:solidFill>
                <a:latin typeface="맑은 고딕"/>
              </a:rPr>
              <a:t>03단원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70000"/>
            <a:ext cx="10546080" cy="720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60160" y="2620000"/>
            <a:ext cx="2142800" cy="42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chemeClr val="bg1"/>
                </a:solidFill>
                <a:latin typeface="Consolas"/>
              </a:rPr>
              <a:t>C:\AI\mcp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960" y="2470000"/>
            <a:ext cx="30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chemeClr val="accent5"/>
                </a:solidFill>
                <a:latin typeface="맑은 고딕"/>
              </a:rPr>
              <a:t>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960" y="2550000"/>
            <a:ext cx="46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chemeClr val="tx1"/>
                </a:solidFill>
                <a:latin typeface="맑은 고딕"/>
              </a:rPr>
              <a:t>모두 · MCP 연결 전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맑은 고딕"/>
              </a:rPr>
              <a:t>MCP 서버 소스가 들어갈 자리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9040" y="2470000"/>
            <a:ext cx="142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chemeClr val="accent1"/>
                </a:solidFill>
                <a:latin typeface="맑은 고딕"/>
              </a:rPr>
              <a:t>05단원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40000"/>
            <a:ext cx="10546080" cy="720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60160" y="3490000"/>
            <a:ext cx="2142800" cy="4200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chemeClr val="bg1"/>
                </a:solidFill>
                <a:latin typeface="Consolas"/>
              </a:rPr>
              <a:t>C:\AI\스킬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960" y="3340000"/>
            <a:ext cx="30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chemeClr val="accent5"/>
                </a:solidFill>
                <a:latin typeface="맑은 고딕"/>
              </a:rPr>
              <a:t>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960" y="3420000"/>
            <a:ext cx="46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chemeClr val="tx1"/>
                </a:solidFill>
                <a:latin typeface="맑은 고딕"/>
              </a:rPr>
              <a:t>스킬 만들기 실습 때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맑은 고딕"/>
              </a:rPr>
              <a:t>프로젝트에 연결해 .skill 을 저장하는 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9040" y="3340000"/>
            <a:ext cx="142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chemeClr val="accent5"/>
                </a:solidFill>
                <a:latin typeface="맑은 고딕"/>
              </a:rPr>
              <a:t>06·07단원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46400"/>
            <a:ext cx="10546080" cy="5600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bg1"/>
                </a:solidFill>
                <a:latin typeface="맑은 고딕"/>
              </a:rPr>
              <a:t>안쪽 폴더(kis-mcp-server 등)는 실습 중에 Claude 가 만듭니다 — 이름과 위치는 바꾸지 마세요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86400"/>
            <a:ext cx="1054608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chemeClr val="accent5"/>
                </a:solidFill>
                <a:latin typeface="맑은 고딕"/>
              </a:rPr>
              <a:t>만드는 법 — 탐색기 → 내 PC → C: 드라이브 → 빈 곳에서 마우스 오른쪽 → 새로 만들기 → 폴더 → 이름 「AI」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내가 연결한 커넥터 — 9개를 네 묶음으로 씁니다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97000"/>
            <a:ext cx="10546080" cy="838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3300" y="1606550"/>
            <a:ext cx="2413000" cy="42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700" b="1">
                <a:solidFill>
                  <a:schemeClr val="bg1"/>
                </a:solidFill>
                <a:latin typeface="맑은 고딕"/>
              </a:rPr>
              <a:t>주식 · 해외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0" y="1473200"/>
            <a:ext cx="7620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chemeClr val="tx1"/>
                </a:solidFill>
                <a:latin typeface="맑은 고딕"/>
              </a:rPr>
              <a:t>Alpha Vantage · FMP · Bigdata.com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맑은 고딕"/>
              </a:rPr>
              <a:t>미국 주식 시세 · 재무제표 · 어닝콜 · 영문 뉴스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6800"/>
            <a:ext cx="10546080" cy="838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3300" y="2546350"/>
            <a:ext cx="2413000" cy="4200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700" b="1">
                <a:solidFill>
                  <a:schemeClr val="bg1"/>
                </a:solidFill>
                <a:latin typeface="맑은 고딕"/>
              </a:rPr>
              <a:t>한국 서비스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2413000"/>
            <a:ext cx="7620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chemeClr val="tx1"/>
                </a:solidFill>
                <a:latin typeface="맑은 고딕"/>
              </a:rPr>
              <a:t>PlayMCP — 카카오가 모아 둔 서버 묶음 (안에 9종)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맑은 고딕"/>
              </a:rPr>
              <a:t>카톡 나에게 보내기 · 카카오맵 · 한국주식 · DART · 실거래가 · 전세안심 · 법률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76600"/>
            <a:ext cx="10546080" cy="838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3300" y="3486150"/>
            <a:ext cx="2413000" cy="4200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700" b="1">
                <a:solidFill>
                  <a:schemeClr val="bg1"/>
                </a:solidFill>
                <a:latin typeface="맑은 고딕"/>
              </a:rPr>
              <a:t>메일 · 일정 ·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352800"/>
            <a:ext cx="7620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chemeClr val="tx1"/>
                </a:solidFill>
                <a:latin typeface="맑은 고딕"/>
              </a:rPr>
              <a:t>Gmail · Google Calendar · Google Drive · Notion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맑은 고딕"/>
              </a:rPr>
              <a:t>메일 찾기·초안 · 일정 확인 · 파일 읽기 · 노트 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16400"/>
            <a:ext cx="10546080" cy="838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3300" y="4425950"/>
            <a:ext cx="2413000" cy="4200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700" b="1">
                <a:solidFill>
                  <a:schemeClr val="bg1"/>
                </a:solidFill>
                <a:latin typeface="맑은 고딕"/>
              </a:rPr>
              <a:t>디자인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0" y="4292600"/>
            <a:ext cx="7620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chemeClr val="tx1"/>
                </a:solidFill>
                <a:latin typeface="맑은 고딕"/>
              </a:rPr>
              <a:t>Figma</a:t>
            </a:r>
          </a:p>
          <a:p>
            <a:pPr algn="l"/>
            <a:r>
              <a:rPr sz="1400" b="0">
                <a:solidFill>
                  <a:schemeClr val="tx2"/>
                </a:solidFill>
                <a:latin typeface="맑은 고딕"/>
              </a:rPr>
              <a:t>디자인 화면 읽기 · 다이어그램 만들기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207000"/>
            <a:ext cx="10546080" cy="5588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bg1"/>
                </a:solidFill>
                <a:latin typeface="맑은 고딕"/>
              </a:rPr>
              <a:t>커넥터는 내 계정에 붙습니다 — 엑셀·DuckDB 같은 내 PC MCP와는 따로 셉니다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67400"/>
            <a:ext cx="1054608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chemeClr val="accent5"/>
                </a:solidFill>
                <a:latin typeface="맑은 고딕"/>
              </a:rPr>
              <a:t>2026-10-17 기준 내 계정 · Claude Docs · visualize 는 Claude 기본 제공이라 뺐습니다 · 오늘 카톡 보고(블록 2)는 PlayMCP 를 씁니다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결론 세 줄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01368"/>
            <a:ext cx="566928" cy="5669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45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예약은 PC 도구를 「반쯤」만 쓴다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488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자동화·브라우저 로그인·PC 화면 확인이 끊기거나 조용히 실패합니다.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355848"/>
            <a:ext cx="566928" cy="566928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55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200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엑셀·브라우저·긴 작업은 PC에서 도는 Code 루틴으로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703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 탭 루틴은 내 PC에서 실행되어 PC에 깔린 도구를 그대로 씁니다.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910328"/>
            <a:ext cx="566928" cy="566928"/>
          </a:xfrm>
          <a:prstGeom prst="ellipse">
            <a:avLst/>
          </a:prstGeom>
          <a:solidFill>
            <a:srgbClr val="3F6FB5"/>
          </a:solidFill>
          <a:ln w="12700">
            <a:solidFill>
              <a:srgbClr val="3F6F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910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754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옮긴 뒤엔 「확인 장치」를 꼭 붙인다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52578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카톡 · 한국어 고정 · 하루 요약으로 결과를 놓치지 않게 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6일, 예약작업이 도는 곳이 바뀌었다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6309360" y="13716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— 내 PC 안에서 실행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Cowork 예약작업이 데스크탑 앱 안 작업 공간에서 실행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 설치한 도구(MCP)·폴더·크롬을 바로 사용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앱이 켜져 있으면 대부분 정상 동작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F6F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 — 클라우드에서 실행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1488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예약작업이 Anthropic 클라우드 컴퓨터에서 실행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도구는 「원격 연결」로만 닿음 — 앱이 켜져 있어야 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도구는 아예 없거나 이름·경로가 바뀜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697480"/>
            <a:ext cx="640080" cy="457200"/>
          </a:xfrm>
          <a:prstGeom prst="rightArrow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548640" y="48006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800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위치가 바뀌면, 같은 설명문이라도 쓸 수 있는 도구가 달라진다 — 모든 문제의 출발점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영향을 받았나 — 전수 점검 결과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예약작업 전체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3364992" y="14630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64992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PC 환경을 전제로 쓴 작업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181344" y="14630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81344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깨질 고위험 작업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8997696" y="14630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97696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PC(Code)로 옮긴 작업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1주일 뒤(10-13) 23개 작업의 설명문을 한 줄씩 읽어 「클라우드에서 이 단계가 되는가」를 판정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15개는 조회·리포트 위주라 클라우드에 두고, 설명문만 클라우드용으로 손봄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23개 「전부」가 문제였다는 점 — 내 작업도 예외일 가능성은 낮다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문제였나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9D3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겪은 6가지 — 증상 · 원인 · 대응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자동화가 통째로 멈췄다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슬라이서·피벗이 들어간 엑셀이 만들어지지 않음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「sessionId is required」 오류만 반복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회차는 결과 파일 자체가 없음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CF2E1"/>
          </a:solidFill>
          <a:ln w="12700">
            <a:solidFill>
              <a:srgbClr val="FCF2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프로그램을 조작하는 도구(Excel MCP)의 「파일 열고 이어서 작업」 기능이 클라우드에서 동작하지 않음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만들기는 되어 빈 엑셀이 남기도 함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4672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작업을 PC(Code)로 옮김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Code에서 같은 시험 9개 모두 통과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옮긴 뒤 슬라이서 다중선택까지 정상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  엑셀을 열어서 만지는 작업은 PC에서 돌린다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「성공」인데 결과물이 없다 — 조용한 실패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기록에는 매번 「성공」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엑셀·리포트가 안 생긴 날이 있음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지나서야 발견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CF2E1"/>
          </a:solidFill>
          <a:ln w="12700">
            <a:solidFill>
              <a:srgbClr val="FCF2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「성공」은 「세션을 깨워 전달했다」는 뜻일 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4~8초 만에 성공으로 찍힘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작업이 중간에 막혀도 기록은 성공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4672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표시가 아니라 「결과 파일·크기·시각」으로 판정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보고에 실제 파일 경로를 적게 지시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하루 요약으로 결과 파일을 점검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  「성공」 표시가 아니라 결과 파일로 판정한다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앱이 꺼지면 「반쪽 실행」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 단계만 하고 끝난 회차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주말에는 아무 작업도 결과가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「신규 0건」처럼 보고 — 실제로는 확인을 못 한 것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CF2E1"/>
          </a:solidFill>
          <a:ln w="12700">
            <a:solidFill>
              <a:srgbClr val="FCF2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작업도 PC 도구·폴더·크롬은 데스크탑 앱을 거쳐야 닿음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잠들거나 앱이 꺼지면 그 단계만 실패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4672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 「사전 점검」: PC 도구를 하나씩 찔러 보고 실패하면 바로 중단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중단하면 카톡으로 「PC 확인 필요」 알림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「0건」과 「건너뜀」을 구분해 보고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  클라우드 작업도 PC 도구를 쓰면 PC가 켜져 있어야 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④ 도구가 사라지거나 이름·경로가 바뀌었다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325880"/>
          <a:ext cx="10332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클라우드에서 실제로 본 것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그래서 생긴 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스킬 저장(save_skill)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도구 자체가 없음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계수 자동 반영이 멈춰 사람이 파일을 직접 저장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세션 보고 읽기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도구 없음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주간 점검이 각 작업 보고를 못 읽음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대시보드(라이브 아티팩트) 수정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 불가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대시보드를 PC 로컬 HTML로 옮김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PC의 로컬 서버(localhost)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클라우드 셸에서 접속 안 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확인 단계를 다른 도구로 우회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폴더 경로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/sessions/… → $HOME/mnt/…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 경로를 쓴 단계가 「파일 없음」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이름 파일 재전송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 내용이 그대로 써짐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보낼 때마다 시각을 붙인 새 이름 + 대조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263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설명문이 「이 도구를 써라」라고 적혀 있으면, 그 도구가 없는 곳에서는 그 단계가 조용히 빠지거나 멈춘다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손이 다시 필요해졌다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반영되던 계수가 「저장 대기」로 쌓임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1회성 예약 알림이 옮겨지지 않음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설명문에 적힌 경로를 사람이 다시 확인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CF2E1"/>
          </a:solidFill>
          <a:ln w="12700">
            <a:solidFill>
              <a:srgbClr val="FCF2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클라우드에는 스킬을 스스로 고치는 도구가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예약만 옮겨지고 1회성은 0건 이관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23개 설명문이 옛 환경을 가정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4672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반영본을 「파일 카드」로 받아 사람이 한 번 저장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1회성 알림은 다시 만듦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옮길 작업은 PC(Code)로, 남길 작업은 설명문에 「클라우드 어댑터」 표를 붙임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  자동화가 다시 사람 손을 부르면, 그 작업은 옮길 대상이다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찾기 어렵고, 영어로 답한다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예약이 만든 대화가 왼쪽 목록에 고정되지 않음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「예약됨」에서 찾아 들어가야 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안내·완료 보고가 영어로 나옴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CF2E1"/>
          </a:solidFill>
          <a:ln w="12700">
            <a:solidFill>
              <a:srgbClr val="FCF2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실행 세션은 앱이 고정을 막음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세션에는 PC의 공통 지침(CLAUDE.md)이 안 읽히는 경우가 있음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오류 메시지를 본 직후 영어로 끌려감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46720" y="21031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78892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작업이 끝나면 카톡 1건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17:20 「하루 완료 요약」 카톡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설명문 맨 앞에 「출력 언어: 한국어」 블록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  결과는 찾아가지 말고 카톡으로 받는다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Code로 옮기나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9D3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PC에서 돌기 때문에 PC 도구를 그대로 쓴다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 루틴은 내 PC에서 돈다 — 그래서 막힌 것이 풀렸다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데스크탑 앱 Code 탭의 「로컬」 루틴은 내 PC에서 실행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데스크탑 앱에 등록한 MCP 설정을 Code 탭이 자동으로 함께 읽음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엑셀·크롬(내 로그인)·로컬 폴더를 그대로 사용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 설명문은 PC의 파일 하나 — 고치면 다음 실행부터 적용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옮긴 뒤 실제로 확인한 것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6400800" y="205740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212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9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 도구 시험 통과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400800" y="3035808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191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264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진행물건 레이더 검증 통과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400800" y="4014216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41696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242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금융기관 레이더 점검 통과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400800" y="4992624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51480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52212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신건 레이더 슬라이서 다중선택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63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Code에서 직접 실행해 결과 파일로 확인한 값 (2026-10-14)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비교 — 클라우드 예약 vs Code 로컬 루틴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클라우드 예약 (Cowork)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Code 로컬 루틴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C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 도나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Anthropic 클라우드 컴퓨터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PC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PC가 꺼져 있으면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도구 단계만 실패 (반쪽 실행)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회차를 건너뜀 → 켜지면 최근 1회 대신 실행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엑셀 자동화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열고 이어서 작업 불가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크롬 로그인 사이트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크롬이 켜져 있을 때만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크롬 그대로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스킬·설명문 고치기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스킬 저장 도구 없음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파일을 고치면 바로 적용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확인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「예약됨」에서 찾기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「예약됨」에서 찾기 (같음)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플랜 한도에서 차감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플랜 한도에서 차감 (같음)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263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Code도 만능은 아니다 — PC가 켜져 있어야 하고, 결과를 찾는 번거로움은 같다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작업을 옮기나 — 판단 기준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6309360" y="13716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8C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PC(Code)로 옮긴다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엑셀을 열어 표·슬라이서·피벗을 만드는 작업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로그인이 필요한 사이트를 크롬으로 수집하는 작업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PC의 엑셀 매크로(VBA)·프로그램을 쓰는 작업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시간씩 걸리는 긴 작업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사람이 답해야 하는 대화형 작업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F6F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클라우드에 둔다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조회해서 리포트만 쓰는 작업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검색·클라우드 커넥터만 쓰는 작업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파일을 읽기만 하는 점검 작업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짧은 텍스트·카톡인 작업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63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사례: 23개 중 8개(수집·엑셀 레이더·관심물건 스캔 등)를 Code로, 15개(시세 대시보드·주간 점검·백업 등)는 클라우드 유지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옮기는 방법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9D3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7단계 — 한 번에 하나씩, 확인하며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옮기는 순서 7단계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 탭에서 도구 보이는지 확인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데스크탑 앱 Code 탭에서 새 세션을 열고, 쓰는 MCP 도구가 연결됐는지 물어본다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548640" y="2578608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52928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15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설명문 원본 백업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27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예약작업 설명문 전문을 파일로 저장 (수정 전·후 둘 다)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48640" y="3785616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59936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9227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 로컬 루틴 만들기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342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설명문을 그대로 붙여 넣고 같은 일정으로 「로컬」 루틴 생성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548640" y="4992624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66944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1297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한 번 실행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5412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파일이 실제로 생겼는지 · 크기 · 내용을 눈으로 확인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6263640" y="137160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쪽은 「일시중지」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동시에 돌면 같은 파일을 두 번 쓴다 — 새 루틴을 건 뒤에 끈다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263640" y="2578608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2852928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2715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장치 붙이기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3127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카톡 · 한국어 고정 블록 · 하루 요약</a:t>
            </a:r>
            <a:endParaRPr lang="en-US" sz="1300" dirty="0"/>
          </a:p>
        </p:txBody>
      </p:sp>
      <p:sp>
        <p:nvSpPr>
          <p:cNvPr id="33" name="card"/>
          <p:cNvSpPr/>
          <p:nvPr/>
        </p:nvSpPr>
        <p:spPr>
          <a:xfrm>
            <a:off x="6263640" y="3785616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4059936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9227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지켜본 뒤 삭제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3342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예약 회차가 정상이면 클라우드 사본 삭제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옮긴 뒤 꼭 붙인 확인 장치 3가지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0876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카톡 1건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설명문 맨 끝에 「끝나면 카카오톡 나에게 보내기로 1건」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형식: [작업명] 완료 · 핵심 숫자 · 확인 필요 여부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카톡을 보내는 작업은 그 보고에 합침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297680" y="13716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00200"/>
            <a:ext cx="548640" cy="548640"/>
          </a:xfrm>
          <a:prstGeom prst="ellipse">
            <a:avLst/>
          </a:prstGeom>
          <a:solidFill>
            <a:srgbClr val="3F6FB5"/>
          </a:solidFill>
          <a:ln w="12700">
            <a:solidFill>
              <a:srgbClr val="3F6F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780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언어 한국어 고정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231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설명문 맨 앞(머리말 바로 아래)에 블록 추가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「모든 출력은 한국어 · 영어 오류도 한국어로 옮김」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영어는 고유명사·코드·경로에만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46720" y="13716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60020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0684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17:20 하루 요약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231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 돌아야 했던 작업이 결과 파일을 남겼는지 한 번에 점검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「완료 9 · 미실행 1」처럼 카톡 1건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꺼져 있으면 「PC 연결 안 됨」 알림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 루틴의 한계와 주의점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잠들면 그 회차는 건너뜀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깨어나면 지난 7일 중 가장 최근 1회만 대신 실행 — 주말·야간 작업은 PC를 켜 두거나 「잠자기 방지」 설정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532888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642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세션은 왼쪽 목록에 고정 안 됨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815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「Code 탭 → Routines → 루틴 → 실행 기록」에서 확인 — 그래서 카톡이 필요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69417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684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8039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사용량 한도는 똑같이 차감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428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작업을 옮겨도 한도는 줄지 않음 — 긴 작업은 시간대를 나눔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485546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1297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9651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작업을 두 곳에서 켜지 않기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4041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클라우드와 PC가 동시에 돌면 마스터·이력 파일이 꼬임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수칙 — 이것만은 지킨다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91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키·인증키는 채팅에 붙여 넣지 않는다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560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키는 PC 안에서 스크립트로 옮긴다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72200" y="14173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691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설정·설명문은 고치기 전에 백업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560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옆에 .bak_날짜시각 사본, 설명문은 전·후 둘 다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6118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886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「성공」 표시를 믿지 말고 파일로 확인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754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파일의 경로·크기·시각을 본다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172200" y="36118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886200"/>
            <a:ext cx="502920" cy="502920"/>
          </a:xfrm>
          <a:prstGeom prst="ellipse">
            <a:avLst/>
          </a:prstGeom>
          <a:solidFill>
            <a:srgbClr val="0F8C7E"/>
          </a:solidFill>
          <a:ln w="12700">
            <a:solidFill>
              <a:srgbClr val="0F8C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886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권한을 「모두 허용」으로 풀지 않는다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754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도구만 허용하고, 삭제는 사람이 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체크리스트 — 내 예약작업 점검하기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813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0F8C7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예약작업 목록을 열고 작업마다 「엑셀·브라우저·PC 프로그램을 쓰는가」 표시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2585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0F8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표시된 작업의 최근 결과 파일을 직접 열어 날짜 확인 (성공 표시 말고)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0358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0F8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옮길 작업 1개를 골라 설명문을 백업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813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0F8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 탭에서 같은 일정으로 로컬 루틴을 만들고 손으로 1회 실행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45902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0F8C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파일이 생기면 클라우드 쪽 일시중지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3675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0F8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설명문 맨 앞에 한국어 블록, 맨 끝에 카톡 1건 추가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클라우드는 읽고 보고, 손이 필요한 일은 PC에서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결과는 카톡으로 받는다 — 성공 표시가 아니라 결과 파일로 확인한다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메뉴 이름·동작은 Claude 앱 업데이트로 바뀔 수 있습니다 (2026년 10월 기준)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 to PC">
  <a:themeElements>
    <a:clrScheme name="Cloud to PC">
      <a:dk1>
        <a:srgbClr val="1C2333"/>
      </a:dk1>
      <a:lt1>
        <a:srgbClr val="FFFFFF"/>
      </a:lt1>
      <a:dk2>
        <a:srgbClr val="2B3A55"/>
      </a:dk2>
      <a:lt2>
        <a:srgbClr val="EEF2F7"/>
      </a:lt2>
      <a:accent1>
        <a:srgbClr val="0F8C7E"/>
      </a:accent1>
      <a:accent2>
        <a:srgbClr val="D9534F"/>
      </a:accent2>
      <a:accent3>
        <a:srgbClr val="3F6FB5"/>
      </a:accent3>
      <a:accent4>
        <a:srgbClr val="E8A33D"/>
      </a:accent4>
      <a:accent5>
        <a:srgbClr val="6B7A90"/>
      </a:accent5>
      <a:accent6>
        <a:srgbClr val="9AA7B8"/>
      </a:accent6>
      <a:hlink>
        <a:srgbClr val="3F6FB5"/>
      </a:hlink>
      <a:folHlink>
        <a:srgbClr val="6B7A90"/>
      </a:folHlink>
    </a:clrScheme>
    <a:fontScheme name="Cloud to PC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Cowork 예약작업을 Code로 옮긴 이야기</dc:title>
  <dc:subject>PptxGenJS Presentation</dc:subject>
  <dc:creator>Claude 교육</dc:creator>
  <cp:lastModifiedBy>Claude 교육</cp:lastModifiedBy>
  <cp:revision>1</cp:revision>
  <dcterms:created xsi:type="dcterms:W3CDTF">2026-10-16T11:39:51Z</dcterms:created>
  <dcterms:modified xsi:type="dcterms:W3CDTF">2026-10-16T11:39:51Z</dcterms:modified>
</cp:coreProperties>
</file>